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68" r:id="rId14"/>
  </p:sldIdLst>
  <p:notesMasterIdLst>
    <p:notesMasterId r:id="rId68"/>
  </p:notesMasterIdLst>
  <p:sldSz cx="12192000" cy="6858000"/>
  <p:notesSz cx="6858000" cy="12192000"/>
  <p:embeddedFontLst>
    <p:embeddedFont>
      <p:font typeface="Plus Jakarta Sans"/>
      <p:regular r:id="rId73"/>
      <p:bold r:id="rId74"/>
      <p:italic r:id="rId7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14" Type="http://schemas.openxmlformats.org/officeDocument/2006/relationships/slide" Target="slides/slide13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Relationship Id="rId73" Type="http://schemas.openxmlformats.org/officeDocument/2006/relationships/font" Target="fonts/e1a8fda2-a427-4cdb-9ef2-8a6782d58009.fntdata"/><Relationship Id="rId74" Type="http://schemas.openxmlformats.org/officeDocument/2006/relationships/font" Target="fonts/9542d0bb-6ad7-45dd-89ef-a406bd0490d1.fntdata"/><Relationship Id="rId75" Type="http://schemas.openxmlformats.org/officeDocument/2006/relationships/font" Target="fonts/f16f000a-8ac0-4436-b98c-e748fe425de0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Relationship Id="rId3" Type="http://schemas.openxmlformats.org/officeDocument/2006/relationships/hyperlink" Target="https://creativecommons.org/licenses/by-nc-nd/4.0/" TargetMode="External"/><Relationship Id="rId4" Type="http://schemas.openxmlformats.org/officeDocument/2006/relationships/hyperlink" Target="https://johnfisher-ai.github.io/ai-control-plane-handbook/deck/" TargetMode="External"/><Relationship Id="rId5" Type="http://schemas.openxmlformats.org/officeDocument/2006/relationships/hyperlink" Target="https://johnfisher-ai.github.io/ai-control-plane-handbook/handbook/appendix-b.html" TargetMode="External"/></Relationship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62000"/>
            <a:ext cx="5943600" cy="3343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57200" y="4419600"/>
            <a:ext cx="5943600" cy="67056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Reference endnotes [24] (Pedro Lopez / Airbyte) and [25] (MCP Mesh). Context engineering has replaced static prompting: it treats the context window as a managed computational cache, injecting just-in-time enterprise data and active tools via the Model Context Protocol (MCP) standard.</a:t>
            </a:r>
          </a:p>
          <a:p>
            <a:pPr>
              <a:spcAft>
                <a:spcPts val="600"/>
              </a:spcAft>
            </a:pPr>
            <a:r>
              <a:rPr lang="en-US" dirty="0"/>
              <a:t>Additional talking points: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As open-source AI and thousands of autonomous or semi-autonomous agents are integrated, people won't be able to anticipate every interaction or encode every path in advance [1]. Hard-coded orchestration becomes a liability as agents act across tools, files and open networks.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Airbyte [24]: context management controls what an agent can access at each decision point. Airbyte also offers a Context Store to keep retrieval focused on the right business data [24]. Treat it as a vendor offering, not independent validation.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MCP Mesh [25] is an open-source framework in which agents declare capabilities and dependencies. A registry discovers them and injects dependencies at runtime, with health checks and graceful degradation if the registry is unavailable. This is distributed dynamic dependency injection: coordination by capability rather than fixed instruction.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Standards churn is real: in the 2026 Connectivity Benchmark, 68% of IT leaders said keeping pace with emerging agent standards and protocols is challenging [5], which argues for a control plane that absorbs protocol change.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Agent Fabric mapping [21]: Agent Registry (capability catalog), Agent Broker (routes work across agents and tools), MCP Bridge (APIs as MCP tools), A2A support (pre-built connectors to make agents A2A-compliant).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2026 protocol facts: both MCP and A2A are now projects of the Agentic AI Foundation, hosted by the Linux Foundation. A2A reached version 1.0 in March 2026, adding version negotiation, multi-tenancy and signed agent cards [27]. MCP's July 2026 revision (2026-07-28) made the protocol stateless: no sessions or initialization handshake, standard Mcp-Method and Mcp-Name headers on every HTTP request, OpenTelemetry trace context in each call, issuer validation in authorization, and several features deprecated with a minimum 12-month window [26]. Google contributed its Agent Payments Protocol (AP2) to the FIDO Alliance in April 2026 [28]. Treat it as pre-standard.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What the control plane does with that: the registry checks signed agent cards, and the gateway applies policy to MCP's standard headers and joins every call to its trace, so each team does not re-implement protocol change. Confirm which MCP and A2A versions each gateway, registry and agent platform supports.</a:t>
            </a:r>
          </a:p>
          <a:p>
            <a:pPr>
              <a:spcAft>
                <a:spcPts val="600"/>
              </a:spcAft>
            </a:pPr>
            <a:r>
              <a:rPr lang="en-US" dirty="0"/>
              <a:t>Credit: John Fisher, The AI Control Plane: Executive Briefing (2026), slide 13, licensed under CC BY-NC-ND 4.0: </a:t>
            </a:r>
            <a:r>
              <a:rPr lang="en-US" dirty="0">
                <a:hlinkClick r:id="rId3"/>
              </a:rPr>
              <a:t>https://creativecommons.org/licenses/by-nc-nd/4.0/</a:t>
            </a:r>
            <a:r>
              <a:rPr lang="en-US" dirty="0"/>
              <a:t>. The full deck, with its speaker notes and notices: </a:t>
            </a:r>
            <a:r>
              <a:rPr lang="en-US" dirty="0">
                <a:hlinkClick r:id="rId4"/>
              </a:rPr>
              <a:t>https://johnfisher-ai.github.io/ai-control-plane-handbook/deck/</a:t>
            </a:r>
            <a:r>
              <a:rPr lang="en-US" dirty="0"/>
              <a:t>.</a:t>
            </a:r>
          </a:p>
          <a:p>
            <a:pPr>
              <a:spcAft>
                <a:spcPts val="600"/>
              </a:spcAft>
            </a:pPr>
            <a:r>
              <a:rPr lang="en-US" dirty="0"/>
              <a:t>Bracketed numbers in these notes, and endnote numbers on the slide, refer to the endnotes in Appendix B of The AI Control Plane Handbook: </a:t>
            </a:r>
            <a:r>
              <a:rPr lang="en-US" dirty="0">
                <a:hlinkClick r:id="rId5"/>
              </a:rPr>
              <a:t>https://johnfisher-ai.github.io/ai-control-plane-handbook/handbook/appendix-b.html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6200" y="11430000"/>
            <a:ext cx="2514600" cy="457200"/>
          </a:xfrm>
        </p:spPr>
        <p:txBody>
          <a:bodyPr/>
          <a:lstStyle/>
          <a:p>
            <a:r>
              <a:rPr lang="en-US"/>
              <a:t>13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84C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 ORCHESTRATION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 engineering and open interoperability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People can’t pre-wire every interaction among thousands of agents. Shape what agents know, let them discover capabilities, and standardize how they connect.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38728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84832"/>
            <a:ext cx="502920" cy="502920"/>
          </a:xfrm>
          <a:prstGeom prst="ellipse">
            <a:avLst/>
          </a:prstGeom>
          <a:solidFill>
            <a:srgbClr val="F0F9FF"/>
          </a:solidFill>
          <a:ln w="6350">
            <a:solidFill>
              <a:srgbClr val="F0F9FF"/>
            </a:solidFill>
            <a:prstDash val="solid"/>
          </a:ln>
        </p:spPr>
      </p:sp>
      <p:pic>
        <p:nvPicPr>
          <p:cNvPr id="7" name="Icon 0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210562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 engineering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432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Govern what each agent can know and do at each decision point: just enough context, at the right time, from trusted sources.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2960" y="3794760"/>
            <a:ext cx="2990088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0120" y="3858768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Research signal 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Airbyte frames context management as controlling what an agent can access at every decision point.</a:t>
            </a:r>
            <a:pPr indent="0" marL="0">
              <a:buNone/>
            </a:pPr>
            <a:r>
              <a:rPr lang="en-US" sz="1000" baseline="30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24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25112" y="1874520"/>
            <a:ext cx="3538728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99432" y="2084832"/>
            <a:ext cx="502920" cy="502920"/>
          </a:xfrm>
          <a:prstGeom prst="ellipse">
            <a:avLst/>
          </a:prstGeom>
          <a:solidFill>
            <a:srgbClr val="F0F9FF"/>
          </a:solidFill>
          <a:ln w="6350">
            <a:solidFill>
              <a:srgbClr val="F0F9FF"/>
            </a:solidFill>
            <a:prstDash val="solid"/>
          </a:ln>
        </p:spPr>
      </p:sp>
      <p:pic>
        <p:nvPicPr>
          <p:cNvPr id="14" name="Icon 1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162" y="2210562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39512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Capability discovery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599432" y="27432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Agents declare capabilities and dependencies, and a registry discovers and injects them at runtime in place of hard-coded wiring.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599432" y="3794760"/>
            <a:ext cx="2990088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736592" y="3858768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Research signal 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MCP Mesh applies dependency injection to distributed MCP agents and degrades gracefully if the registry is down.</a:t>
            </a:r>
            <a:pPr indent="0" marL="0">
              <a:buNone/>
            </a:pPr>
            <a:r>
              <a:rPr lang="en-US" sz="1000" baseline="30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25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101584" y="1874520"/>
            <a:ext cx="3538728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5904" y="2084832"/>
            <a:ext cx="502920" cy="502920"/>
          </a:xfrm>
          <a:prstGeom prst="ellipse">
            <a:avLst/>
          </a:prstGeom>
          <a:solidFill>
            <a:srgbClr val="F0F9FF"/>
          </a:solidFill>
          <a:ln w="6350">
            <a:solidFill>
              <a:srgbClr val="F0F9FF"/>
            </a:solidFill>
            <a:prstDash val="solid"/>
          </a:ln>
        </p:spPr>
      </p:sp>
      <p:pic>
        <p:nvPicPr>
          <p:cNvPr id="21" name="Icon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634" y="2210562"/>
            <a:ext cx="251460" cy="25146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15984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Open protocols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8375904" y="27432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MCP standardizes tool access and A2A agent collaboration. Both are now Agentic AI Foundation projects, so one model can hand off to another mid-workflow.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8375904" y="3794760"/>
            <a:ext cx="2990088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513064" y="3858768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Research signal  </a:t>
            </a:r>
            <a:r>
              <a:rPr lang="en-US" sz="1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A2A 1.0 (March 2026) added signed agent cards, and MCP’s July 2026 revision made it stateless. 68% find standards hard to keep up with.</a:t>
            </a:r>
            <a:r>
              <a:rPr lang="en-US" sz="1000" baseline="30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5,26,27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48640" y="507492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22960" y="5166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 MULESOFT AGENT FABRIC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822960" y="5468112"/>
            <a:ext cx="2542032" cy="5486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 Registry: the capability catalog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3502152" y="5468112"/>
            <a:ext cx="2542032" cy="5486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 Broker: routes work across agents and tools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6181344" y="5468112"/>
            <a:ext cx="2542032" cy="5486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MCP Bridge: existing APIs as MCP tools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8860536" y="5468112"/>
            <a:ext cx="2542032" cy="5486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A2A connectors: any agent A2A-compliant</a:t>
            </a:r>
            <a:endParaRPr lang="en-US" sz="1050" dirty="0"/>
          </a:p>
        </p:txBody>
      </p:sp>
      <p:sp>
        <p:nvSpPr>
          <p:cNvPr id="32" name="Text 27"/>
          <p:cNvSpPr txBox="1"/>
          <p:nvPr/>
        </p:nvSpPr>
        <p:spPr>
          <a:xfrm>
            <a:off x="548640" y="638251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Sources: endnotes 1, 5, 21, 24–28.</a:t>
            </a:r>
            <a:endParaRPr lang="en-US" sz="850" dirty="0"/>
          </a:p>
        </p:txBody>
      </p:sp>
      <p:sp>
        <p:nvSpPr>
          <p:cNvPr id="33" name="Text 28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Context engineering and open interoperability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 Control Plane, slide 13: Context engineering and open interoperability</dc:title>
  <dc:subject>One slide from The AI Control Plane: Executive Briefing, by John Fisher (2026), CC BY-NC-ND 4.0</dc:subject>
  <dc:creator>John Fisher</dc:creator>
  <cp:lastModifiedBy>John Fisher</cp:lastModifiedBy>
  <cp:revision>1</cp:revision>
  <dcterms:created xsi:type="dcterms:W3CDTF">2026-10-14T20:43:52Z</dcterms:created>
  <dcterms:modified xsi:type="dcterms:W3CDTF">2026-10-14T20:43:52Z</dcterms:modified>
</cp:coreProperties>
</file>