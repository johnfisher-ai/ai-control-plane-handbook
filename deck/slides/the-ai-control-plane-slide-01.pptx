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68"/>
  </p:notesMasterIdLst>
  <p:sldSz cx="12192000" cy="6858000"/>
  <p:notesSz cx="6858000" cy="12192000"/>
  <p:embeddedFontLst>
    <p:embeddedFont>
      <p:font typeface="Plus Jakarta Sans"/>
      <p:regular r:id="rId73"/>
      <p:bold r:id="rId74"/>
      <p:italic r:id="rId7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openxmlformats.org/officeDocument/2006/relationships/font" Target="fonts/e1a8fda2-a427-4cdb-9ef2-8a6782d58009.fntdata"/><Relationship Id="rId74" Type="http://schemas.openxmlformats.org/officeDocument/2006/relationships/font" Target="fonts/9542d0bb-6ad7-45dd-89ef-a406bd0490d1.fntdata"/><Relationship Id="rId75" Type="http://schemas.openxmlformats.org/officeDocument/2006/relationships/font" Target="fonts/f16f000a-8ac0-4436-b98c-e748fe425de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Relationship Id="rId3" Type="http://schemas.openxmlformats.org/officeDocument/2006/relationships/hyperlink" Target="https://creativecommons.org/licenses/by-nc-nd/4.0/" TargetMode="External"/><Relationship Id="rId4" Type="http://schemas.openxmlformats.org/officeDocument/2006/relationships/hyperlink" Target="https://johnfisher-ai.github.io/ai-control-plane-handbook/deck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Welcome executive leadership. Today we examine why standard cloud and application architectures are buckling under agentic AI. As enterprises transition from passive chatbots to autonomous, multi-agent systems, models alone will no longer provide competitive advantage, which will come instead from the intelligence control plane that orchestrates them.</a:t>
            </a:r>
          </a:p>
          <a:p>
            <a:pPr>
              <a:spcAft>
                <a:spcPts val="600"/>
              </a:spcAft>
            </a:pPr>
            <a:r>
              <a:rPr lang="en-US" dirty="0"/>
              <a:t>Framing for this audience: this briefing explains what an enterprise AI control plane is and turns it into a north-star architecture and a 12- to 24-month plan that delivers value in every phase. Along the way we show where MuleSoft’s API-led connectivity (exposing enterprise applications as governed APIs and MCP tools) and MuleSoft Agent Fabric (the control plane for agents built on any platform) fit.</a:t>
            </a:r>
          </a:p>
          <a:p>
            <a:pPr>
              <a:spcAft>
                <a:spcPts val="600"/>
              </a:spcAft>
            </a:pPr>
            <a:r>
              <a:rPr lang="en-US" dirty="0"/>
              <a:t>We then walk through three reference use cases, in professional services, capital markets and energy, and close with three decisions for the next 90 days.</a:t>
            </a:r>
          </a:p>
          <a:p>
            <a:pPr>
              <a:spcAft>
                <a:spcPts val="600"/>
              </a:spcAft>
            </a:pPr>
            <a:r>
              <a:rPr lang="en-US" dirty="0"/>
              <a:t>Bracketed numbers in these notes refer to the endnotes in the handbook's Appendix B.</a:t>
            </a:r>
          </a:p>
          <a:p>
            <a:pPr>
              <a:spcAft>
                <a:spcPts val="600"/>
              </a:spcAft>
            </a:pPr>
            <a:r>
              <a:rPr lang="en-US" dirty="0"/>
              <a:t>John Fisher works for Salesforce. The views here are his own, not Salesforce’s, and are drawn from public information; this deck is not affiliated with or endorsed by Salesforce. Product names are trademarks of their owners. Illustrative figures are not results from any customer.</a:t>
            </a:r>
          </a:p>
          <a:p>
            <a:pPr>
              <a:spcAft>
                <a:spcPts val="600"/>
              </a:spcAft>
            </a:pPr>
            <a:r>
              <a:rPr lang="en-US" dirty="0"/>
              <a:t>Credit: John Fisher, The AI Control Plane: Executive Briefing (2026), slide 1, licensed under CC BY-NC-ND 4.0: </a:t>
            </a:r>
            <a:r>
              <a:rPr lang="en-US" dirty="0">
                <a:hlinkClick r:id="rId3"/>
              </a:rPr>
              <a:t>https://creativecommons.org/licenses/by-nc-nd/4.0/</a:t>
            </a:r>
            <a:r>
              <a:rPr lang="en-US" dirty="0"/>
              <a:t>. The full deck, with its speaker notes and notices: </a:t>
            </a:r>
            <a:r>
              <a:rPr lang="en-US" dirty="0">
                <a:hlinkClick r:id="rId4"/>
              </a:rPr>
              <a:t>https://johnfisher-ai.github.io/ai-control-plane-handbook/deck/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1417320"/>
            <a:ext cx="1234440" cy="132588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8915400" y="1417320"/>
            <a:ext cx="914400" cy="182880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915400" y="2743200"/>
            <a:ext cx="2148840" cy="50292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2743200"/>
            <a:ext cx="685800" cy="178308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3246120"/>
            <a:ext cx="1463040" cy="128016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37776" y="1225296"/>
            <a:ext cx="384048" cy="38404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0776" y="2459736"/>
            <a:ext cx="566928" cy="5669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23376" y="3054096"/>
            <a:ext cx="384048" cy="38404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16" y="4334256"/>
            <a:ext cx="384048" cy="38404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783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EXECUTIVE BRIEFING  •  CTO / CIO AGENDA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12140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AI Control Plane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09067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Orchestrating intelligence across the agentic enterprise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4315968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86000" y="4315968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06240" y="4315968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Trust &amp; resilience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John Fisher   | 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The AI Control Plane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Control Plane, slide 1: The AI Control Plane</dc:title>
  <dc:subject>One slide from The AI Control Plane: Executive Briefing, by John Fisher (2026), CC BY-NC-ND 4.0</dc:subject>
  <dc:creator>John Fisher</dc:creator>
  <cp:lastModifiedBy>John Fisher</cp:lastModifiedBy>
  <cp:revision>1</cp:revision>
  <dcterms:created xsi:type="dcterms:W3CDTF">2026-10-14T20:43:52Z</dcterms:created>
  <dcterms:modified xsi:type="dcterms:W3CDTF">2026-10-14T20:43:52Z</dcterms:modified>
</cp:coreProperties>
</file>