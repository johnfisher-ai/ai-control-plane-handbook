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Welcome executive leadership. Today we examine why standard cloud and application architectures are buckling under agentic AI. As enterprises transition from passive chatbots to autonomous, multi-agent systems, models alone will no longer provide competitive advantage, which will come instead from the intelligence control plane that orchestrates them.</a:t>
            </a:r>
          </a:p>
          <a:p>
            <a:pPr>
              <a:spcAft>
                <a:spcPts val="600"/>
              </a:spcAft>
            </a:pPr>
            <a:r>
              <a:rPr lang="en-US" dirty="0"/>
              <a:t>Framing for this audience: this briefing explains what an enterprise AI control plane is and turns it into a north-star architecture and a 12- to 24-month plan that delivers value in every phase. Along the way we show where MuleSoft’s API-led connectivity (exposing enterprise applications as governed APIs and MCP tools) and MuleSoft Agent Fabric (the control plane for agents built on any platform) fit.</a:t>
            </a:r>
          </a:p>
          <a:p>
            <a:pPr>
              <a:spcAft>
                <a:spcPts val="600"/>
              </a:spcAft>
            </a:pPr>
            <a:r>
              <a:rPr lang="en-US" dirty="0"/>
              <a:t>We then walk through three reference use cases, in professional services, capital markets and energy, and close with three decisions for the next 90 days.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 refer to the endnotes in the handbook's Appendix B.</a:t>
            </a:r>
          </a:p>
          <a:p>
            <a:pPr>
              <a:spcAft>
                <a:spcPts val="600"/>
              </a:spcAft>
            </a:pPr>
            <a:r>
              <a:rPr lang="en-US" dirty="0"/>
              <a:t>John Fisher works for Salesforce. The views here are his own, not Salesforce’s, and are drawn from public information; this deck is not affiliated with or endorsed by Salesforce. Product names are trademarks of their owners. Illustrative figures are not results from any customer.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1,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29800" y="1417320"/>
            <a:ext cx="1234440" cy="132588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8915400" y="1417320"/>
            <a:ext cx="914400" cy="182880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915400" y="2743200"/>
            <a:ext cx="2148840" cy="50292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378440" y="2743200"/>
            <a:ext cx="685800" cy="178308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15400" y="3246120"/>
            <a:ext cx="1463040" cy="128016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37776" y="1225296"/>
            <a:ext cx="384048" cy="38404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80776" y="2459736"/>
            <a:ext cx="566928" cy="5669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23376" y="3054096"/>
            <a:ext cx="384048" cy="38404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86416" y="4334256"/>
            <a:ext cx="384048" cy="38404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7830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EXECUTIVE BRIEFING  •  CTO / CIO AGENDA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2140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AI Control Plane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090672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Orchestrating intelligence across the agentic enterprise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315968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286000" y="4315968"/>
            <a:ext cx="1783080" cy="384048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Orchestration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206240" y="4315968"/>
            <a:ext cx="2103120" cy="384048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Trust &amp; resilience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John Fisher   | 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The AI Control Plane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1: The AI Control Plane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