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02" r:id="rId48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48" Type="http://schemas.openxmlformats.org/officeDocument/2006/relationships/slide" Target="slides/slide47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Relationship Id="rId6" Type="http://schemas.openxmlformats.org/officeDocument/2006/relationships/hyperlink" Target="https://johnfisher-ai.github.io/ai-control-plane-handbook/deck/notices.html#permission" TargetMode="External"/></Relationship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Wrap up with what this use case proves: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1"/>
            </a:pPr>
            <a:r>
              <a:rPr lang="en-US" dirty="0"/>
              <a:t>Prevent fails as well as repair them. Fail prediction and pre-emptive SSI and inventory fixes act before the cutoff instead of after the fail.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2"/>
            </a:pPr>
            <a:r>
              <a:rPr lang="en-US" dirty="0"/>
              <a:t>Money and instructions stay under human control. SSI changes, payments and large borrows follow maker-checker rules, with agents proposing and people approving.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3"/>
            </a:pPr>
            <a:r>
              <a:rPr lang="en-US" dirty="0"/>
              <a:t>Reference data is a control. About a fifth of surveyed firms' fails traced back to data such as stale SSIs [97], so golden records for SSIs, counterparties and instruments go straight to the fail rate.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4"/>
            </a:pPr>
            <a:r>
              <a:rPr lang="en-US" dirty="0"/>
              <a:t>Resilient and auditable by design. Model failover, WORM archiving and end-to-end traces support DORA [98] and records-retention rules [104].</a:t>
            </a:r>
          </a:p>
          <a:p>
            <a:pPr>
              <a:spcAft>
                <a:spcPts val="600"/>
              </a:spcAft>
            </a:pPr>
            <a:r>
              <a:rPr lang="en-US" dirty="0"/>
              <a:t>Proposed next step: a 90-day pilot. Start with one market and one asset class (for example EU fixed income ahead of the October 2027 go-live) and baseline fails and penalties. Begin with prediction and triage at Tier 2 with analysts in the loop. Fix the SSI golden source with maker-checker stewardship before any agent touches instructions. Automate standard fixes (Tier 3 matching and borrows within limits) only once evaluations and controls pass.</a:t>
            </a:r>
          </a:p>
          <a:p>
            <a:pPr>
              <a:spcAft>
                <a:spcPts val="600"/>
              </a:spcAft>
            </a:pPr>
            <a:r>
              <a:rPr lang="en-US" dirty="0"/>
              <a:t>Before committing dates, confirm connector coverage for each trading and settlement venue.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47,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 You may adapt this slide, with credit, under the additional permission in the deck’s notices: </a:t>
            </a:r>
            <a:r>
              <a:rPr lang="en-US" dirty="0">
                <a:hlinkClick r:id="rId6"/>
              </a:rPr>
              <a:t>https://johnfisher-ai.github.io/ai-control-plane-handbook/deck/notices.html#permission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47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2  •  WRAP-UP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the settlement use case proves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work the T+1 window at machine speed, while money, instructions and commitments stay under human control.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911096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Catch fails before they happen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219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Fail prediction and pre-emptive SSI and inventory fixes act before the cutoff.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95351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Money and instructions stay human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300984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SSI changes, payments and large borrows follow maker-checker rules. Agents only propose.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0325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Reference data is a control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37997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SSI, counterparty and instrument golden records address the data-driven share of fails.</a:t>
            </a:r>
            <a:pPr indent="0" marL="0">
              <a:buNone/>
            </a:pPr>
            <a:r>
              <a:rPr lang="en-US" sz="115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97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148072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51114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Resilient and auditable by design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45896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Model failover, WORM archiving and end-to-end traces support DORA and records rules.</a:t>
            </a:r>
            <a:pPr indent="0" marL="0">
              <a:buNone/>
            </a:pPr>
            <a:r>
              <a:rPr lang="en-US" sz="115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98,104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223760" y="1828800"/>
            <a:ext cx="4416552" cy="4370832"/>
          </a:xfrm>
          <a:prstGeom prst="roundRect">
            <a:avLst>
              <a:gd name="adj" fmla="val 167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011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START WITH A 90-DAY PILOT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23957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4140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market, one asset class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26883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For example EU fixed income ahead of October 2027, with fails and penalties baselined.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2461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3264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Predict and triage first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353872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Fail scoring and break classification at Tier 2, analysts in the loop.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0965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1148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Fix the SSI golden source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43891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with maker-checker stewardship before agents touch instructions.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4946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4965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Automate standard fixes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523951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matching and borrows within limits once evaluations and controls pass.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57881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Confirm connector coverage for each venue.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97, 98, 104.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What the settlement use case proves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47: What the settlement use case proves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