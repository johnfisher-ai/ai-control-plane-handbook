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5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312" r:id="rId58"/>
  </p:sldIdLst>
  <p:notesMasterIdLst>
    <p:notesMasterId r:id="rId68"/>
  </p:notesMasterIdLst>
  <p:sldSz cx="12192000" cy="6858000"/>
  <p:notesSz cx="6858000" cy="12192000"/>
  <p:embeddedFontLst>
    <p:embeddedFont>
      <p:font typeface="Plus Jakarta Sans"/>
      <p:regular r:id="rId73"/>
      <p:bold r:id="rId74"/>
      <p:italic r:id="rId75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58" Type="http://schemas.openxmlformats.org/officeDocument/2006/relationships/slide" Target="slides/slide57.xml"/><Relationship Id="rId68" Type="http://schemas.openxmlformats.org/officeDocument/2006/relationships/notesMaster" Target="notesMasters/notesMaster1.xml"/><Relationship Id="rId69" Type="http://schemas.openxmlformats.org/officeDocument/2006/relationships/presProps" Target="presProps.xml"/><Relationship Id="rId70" Type="http://schemas.openxmlformats.org/officeDocument/2006/relationships/viewProps" Target="viewProps.xml"/><Relationship Id="rId71" Type="http://schemas.openxmlformats.org/officeDocument/2006/relationships/theme" Target="theme/theme1.xml"/><Relationship Id="rId72" Type="http://schemas.openxmlformats.org/officeDocument/2006/relationships/tableStyles" Target="tableStyles.xml"/><Relationship Id="rId73" Type="http://schemas.openxmlformats.org/officeDocument/2006/relationships/font" Target="fonts/e1a8fda2-a427-4cdb-9ef2-8a6782d58009.fntdata"/><Relationship Id="rId74" Type="http://schemas.openxmlformats.org/officeDocument/2006/relationships/font" Target="fonts/9542d0bb-6ad7-45dd-89ef-a406bd0490d1.fntdata"/><Relationship Id="rId75" Type="http://schemas.openxmlformats.org/officeDocument/2006/relationships/font" Target="fonts/f16f000a-8ac0-4436-b98c-e748fe425de0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Relationship Id="rId3" Type="http://schemas.openxmlformats.org/officeDocument/2006/relationships/hyperlink" Target="https://creativecommons.org/licenses/by-nc-nd/4.0/" TargetMode="External"/><Relationship Id="rId4" Type="http://schemas.openxmlformats.org/officeDocument/2006/relationships/hyperlink" Target="https://johnfisher-ai.github.io/ai-control-plane-handbook/deck/" TargetMode="External"/><Relationship Id="rId5" Type="http://schemas.openxmlformats.org/officeDocument/2006/relationships/hyperlink" Target="https://johnfisher-ai.github.io/ai-control-plane-handbook/handbook/appendix-b.html" TargetMode="External"/></Relationship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dirty="0"/>
              <a:t>Conclude by asking leadership: "If OpenAI or Anthropic changes their pricing or experiences an 8-hour outage tomorrow, does our business halt?" A well-architected control plane is designed to make the answer no.</a:t>
            </a:r>
          </a:p>
          <a:p>
            <a:pPr>
              <a:spcAft>
                <a:spcPts val="600"/>
              </a:spcAft>
            </a:pPr>
            <a:r>
              <a:rPr lang="en-US" dirty="0"/>
              <a:t>Then land the decisions on the slide: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1"/>
            </a:pPr>
            <a:r>
              <a:rPr lang="en-US" dirty="0"/>
              <a:t>Name an owner: one accountable executive and a governance council spanning architecture, security, data and the business.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2"/>
            </a:pPr>
            <a:r>
              <a:rPr lang="en-US" dirty="0"/>
              <a:t>Fund Phase 1: a 90-day sprint to inventory every agent (Agent Scanners and Registry), route LLM and MCP traffic through AI Gateway, baseline cost and risk, and put the first use-case slice into production with its value measured.</a:t>
            </a:r>
          </a:p>
          <a:p>
            <a:pPr marL="228600" indent="-228600">
              <a:spcAft>
                <a:spcPts val="300"/>
              </a:spcAft>
              <a:buFont typeface="+mj-lt"/>
              <a:buAutoNum type="arabicPeriod" startAt="3"/>
            </a:pPr>
            <a:r>
              <a:rPr lang="en-US" dirty="0"/>
              <a:t>Set the standard: make API-led connectivity, MCP and A2A enterprise policy, and require every agent, whatever platform built it, to be registered and routed through the control plane.</a:t>
            </a:r>
          </a:p>
          <a:p>
            <a:pPr>
              <a:spcAft>
                <a:spcPts val="600"/>
              </a:spcAft>
            </a:pPr>
            <a:r>
              <a:rPr lang="en-US" dirty="0"/>
              <a:t>Closing point: the priority for the next 12 to 24 months is not completing the transition to an agentic enterprise but architecting a stronger foundation for competitive advantage, one that adapts as technologies, interfaces and risks evolve and avoids lock-in to today's platforms [1]. Every phase along the way delivers measurable value, so the foundation earns its keep as it is built [79][81].</a:t>
            </a:r>
          </a:p>
          <a:p>
            <a:pPr>
              <a:spcAft>
                <a:spcPts val="600"/>
              </a:spcAft>
            </a:pPr>
            <a:r>
              <a:rPr lang="en-US" dirty="0"/>
              <a:t>Credit: John Fisher, The AI Control Plane: Executive Briefing (2026), slide 57, licensed under CC BY-NC-ND 4.0: </a:t>
            </a:r>
            <a:r>
              <a:rPr lang="en-US" dirty="0">
                <a:hlinkClick r:id="rId3"/>
              </a:rPr>
              <a:t>https://creativecommons.org/licenses/by-nc-nd/4.0/</a:t>
            </a:r>
            <a:r>
              <a:rPr lang="en-US" dirty="0"/>
              <a:t>. The full deck, with its speaker notes and notices: </a:t>
            </a:r>
            <a:r>
              <a:rPr lang="en-US" dirty="0">
                <a:hlinkClick r:id="rId4"/>
              </a:rPr>
              <a:t>https://johnfisher-ai.github.io/ai-control-plane-handbook/deck/</a:t>
            </a:r>
            <a:r>
              <a:rPr lang="en-US" dirty="0"/>
              <a:t>.</a:t>
            </a:r>
          </a:p>
          <a:p>
            <a:pPr>
              <a:spcAft>
                <a:spcPts val="600"/>
              </a:spcAft>
            </a:pPr>
            <a:r>
              <a:rPr lang="en-US" dirty="0"/>
              <a:t>Bracketed numbers in these notes, and endnote numbers on the slide, refer to the endnotes in Appendix B of The AI Control Plane Handbook: </a:t>
            </a:r>
            <a:r>
              <a:rPr lang="en-US" dirty="0">
                <a:hlinkClick r:id="rId5"/>
              </a:rPr>
              <a:t>https://johnfisher-ai.github.io/ai-control-plane-handbook/handbook/appendix-b.html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r>
              <a:rPr lang="en-US"/>
              <a:t>57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9601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THE STRATEGIC MANDATE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80160"/>
            <a:ext cx="10972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Build the control plane today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4884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Preserve optionality, govern autonomous agents, and turn infrastructure into a durable intelligence advantage.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31546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8404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Name an owner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42245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One accountable leader and a council for agents, models and AI spend.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25112" y="31546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9432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02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4599432" y="38404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Fund Phase 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99432" y="42245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Ninety days: agent inventory, one AI gateway, a cost baseline and the first use-case slice live.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101584" y="3154680"/>
            <a:ext cx="3538728" cy="1965960"/>
          </a:xfrm>
          <a:prstGeom prst="roundRect">
            <a:avLst>
              <a:gd name="adj" fmla="val 3721"/>
            </a:avLst>
          </a:prstGeom>
          <a:solidFill>
            <a:srgbClr val="1E293B"/>
          </a:solidFill>
          <a:ln w="9525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5904" y="33375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03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8375904" y="384048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Set the standard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8375904" y="4224528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BD5E1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API-led connectivity, MCP and A2A as policy, with every agent routed through the control plane.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3949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John Fisher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733288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John Fisher works for Salesforce. The views here are his own, not Salesforce’s, and are drawn from public information; this deck is not affiliated with or endorsed by Salesforce. Product names are trademarks of their owners. Illustrative figures are not results from any customer.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382512"/>
            <a:ext cx="10241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Endnotes, notices and a note about the author follow in the appendix.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11183112" y="6419088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Plus Jakarta Sans" pitchFamily="34" charset="0"/>
                <a:ea typeface="Plus Jakarta Sans" pitchFamily="34" charset="-122"/>
                <a:cs typeface="Plus Jakarta Sans" pitchFamily="34" charset="-120"/>
              </a:rPr>
              <a:t>57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Build the control plane today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AI Control Plane, slide 57: Build the control plane today</dc:title>
  <dc:subject>One slide from The AI Control Plane: Executive Briefing, by John Fisher (2026), CC BY-NC-ND 4.0</dc:subject>
  <dc:creator>John Fisher</dc:creator>
  <cp:lastModifiedBy>John Fisher</cp:lastModifiedBy>
  <cp:revision>1</cp:revision>
  <dcterms:created xsi:type="dcterms:W3CDTF">2026-10-14T20:43:52Z</dcterms:created>
  <dcterms:modified xsi:type="dcterms:W3CDTF">2026-10-14T20:43:52Z</dcterms:modified>
</cp:coreProperties>
</file>