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12" r:id="rId58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58" Type="http://schemas.openxmlformats.org/officeDocument/2006/relationships/slide" Target="slides/slide57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Conclude by asking leadership: "If OpenAI or Anthropic changes their pricing or experiences an 8-hour outage tomorrow, does our business halt?" A well-architected control plane is designed to make the answer no.</a:t>
            </a:r>
          </a:p>
          <a:p>
            <a:pPr>
              <a:spcAft>
                <a:spcPts val="600"/>
              </a:spcAft>
            </a:pPr>
            <a:r>
              <a:rPr lang="en-US" dirty="0"/>
              <a:t>Then land the decisions on the slide: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1"/>
            </a:pPr>
            <a:r>
              <a:rPr lang="en-US" dirty="0"/>
              <a:t>Name an owner: one accountable executive and a governance council spanning architecture, security, data and the business.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2"/>
            </a:pPr>
            <a:r>
              <a:rPr lang="en-US" dirty="0"/>
              <a:t>Fund Phase 1: a 90-day sprint to inventory every agent (Agent Scanners and Registry), route LLM and MCP traffic through AI Gateway, baseline cost and risk, and put the first use-case slice into production with its value measured.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3"/>
            </a:pPr>
            <a:r>
              <a:rPr lang="en-US" dirty="0"/>
              <a:t>Set the standard: make API-led connectivity, MCP and A2A enterprise policy, and require every agent, whatever platform built it, to be registered and routed through the control plane.</a:t>
            </a:r>
          </a:p>
          <a:p>
            <a:pPr>
              <a:spcAft>
                <a:spcPts val="600"/>
              </a:spcAft>
            </a:pPr>
            <a:r>
              <a:rPr lang="en-US" dirty="0"/>
              <a:t>Closing point: the priority for the next 12 to 24 months is not completing the transition to an agentic enterprise but architecting a stronger foundation for competitive advantage, one that adapts as technologies, interfaces and risks evolve and avoids lock-in to today's platforms [1]. Every phase along the way delivers measurable value, so the foundation earns its keep as it is built [79][81].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57,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57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STRATEGIC MANDATE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Build the control plane today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Preserve optionality, govern autonomous agents, and turn infrastructure into a durable intelligence advantage.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337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Name an owner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245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accountable leader and a council for agents, models and AI spend.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31546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3337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38404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Fund Phase 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42245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Ninety days: agent inventory, one AI gateway, a cost baseline and the first use-case slice live.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01584" y="31546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337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8404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 the standard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42245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API-led connectivity, MCP and A2A as policy, with every agent routed through the control plane.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John Fisher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3328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John Fisher works for Salesforce. The views here are his own, not Salesforce’s, and are drawn from public information; this deck is not affiliated with or endorsed by Salesforce. Product names are trademarks of their owners. Illustrative figures are not results from any customer.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Endnotes, notices and a note about the author follow in the appendix.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Build the control plane today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57: Build the control plane today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