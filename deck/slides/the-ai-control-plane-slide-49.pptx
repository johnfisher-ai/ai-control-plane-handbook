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4" r:id="rId50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0" Type="http://schemas.openxmlformats.org/officeDocument/2006/relationships/slide" Target="slides/slide4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Walk the six stages left to right. For each, point to the human step (amber), the agent and its autonomy tier (blue), and the governed path underneath: agents reach systems only through the control plane and a governed MCP tool or API, and nothing reaches the control system except through the DMZ.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Detect: the Condition Monitoring agent scores vibration, temperature and pressure trends from the historian replica (read-only, Tier 2).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Diagnose: the Diagnostics agent suggests likely causes from maintenance history, similar events and manufacturer guidance. The reliability engineer decides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Stabilize: the Flow &amp; Load Advisor proposes a load shift checked by the hydraulic model. The controller approves at the console, and the approval is bound to that exact change and valid for ten minutes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Plan work: the Maintenance Planning agent creates the notification, drafts the work order and reserves parts in SAP S/4HANA. The planner releases it.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Crew &amp; permit: the Crew &amp; Permit agent confirms qualifications for the covered tasks [107] and drafts the isolation permit. The field supervisor approves on mobile.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Repair &amp; return: the controller approves the return to full load. The Compliance Records agent assembles the event record.</a:t>
            </a:r>
          </a:p>
          <a:p>
            <a:pPr>
              <a:spcAft>
                <a:spcPts val="600"/>
              </a:spcAft>
            </a:pPr>
            <a:r>
              <a:rPr lang="en-US" dirty="0"/>
              <a:t>The outcome to land: alert to planned repair in hours instead of days (illustrative), with a controller approving every change to equipment and the safety systems independent throughout.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49,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3  • 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Anomaly to repair, with a person on every equipment change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251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/ API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65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OF RECORD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0527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OUTCOME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64792" y="1325880"/>
            <a:ext cx="1697736" cy="566928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0195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human step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5623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90195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Condition Monitoring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scores only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0451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0451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623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Historian MCP (read)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0451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5623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Historian replica (DMZ)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7664" y="1325880"/>
            <a:ext cx="1697736" cy="566928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Diagnose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99104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4824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Engineer decides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99104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544824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Diagnostics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advises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47388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47388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499104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&amp; document MCP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47388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499104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 • manuals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50536" y="1325880"/>
            <a:ext cx="1697736" cy="566928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Stabilize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41976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87696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Controller approves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41976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187696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Flow &amp; Load Advisor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proposes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90260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90260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141976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Setpoint request (gated)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90260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41976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SCADA via the DMZ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93408" y="1325880"/>
            <a:ext cx="1697736" cy="566928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work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84848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30568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Planner releases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84848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30568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Maintenance Planning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notifications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33132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533132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6784848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MCP (write)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33132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784848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36280" y="1325880"/>
            <a:ext cx="1697736" cy="566928"/>
          </a:xfrm>
          <a:prstGeom prst="chevron">
            <a:avLst/>
          </a:prstGeom>
          <a:solidFill>
            <a:srgbClr val="0C4A6E"/>
          </a:solidFill>
          <a:ln>
            <a:solidFill>
              <a:srgbClr val="0C4A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Crew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permit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27720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73440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Supervisor approves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427720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473440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Crew &amp; Permit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176004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176004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427720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&amp; permit MCP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76004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8427720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• permits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9152" y="1325880"/>
            <a:ext cx="1697736" cy="566928"/>
          </a:xfrm>
          <a:prstGeom prst="chevron">
            <a:avLst/>
          </a:prstGeom>
          <a:solidFill>
            <a:srgbClr val="082F49"/>
          </a:solidFill>
          <a:ln>
            <a:solidFill>
              <a:srgbClr val="082F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Repair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return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007059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1631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Controller approves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07059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1011631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Compliance Records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drafts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81887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81887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1007059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Event store MCP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81887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1007059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room log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783080" y="3593592"/>
            <a:ext cx="985723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65960" y="3593592"/>
            <a:ext cx="9491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Enterprise AI control plane: registry • AI gateway • bound approvals • cumulative limits • agent identity • safe defaults • observability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1783080" y="5605272"/>
            <a:ext cx="9857232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11680" y="5605272"/>
            <a:ext cx="9400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Alert to planned repair in hours instead of days, with a controller approving every change to equipment and the safety systems independent throughout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Illustrative. Amber = human decision. Blue = agent and autonomy tier. Every call passes through the control plane.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Anomaly to repair, with a person on every equipment change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49: Anomaly to repair, with a person on every equipment change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