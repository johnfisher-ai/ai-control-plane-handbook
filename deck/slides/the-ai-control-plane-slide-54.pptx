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309" r:id="rId55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55" Type="http://schemas.openxmlformats.org/officeDocument/2006/relationships/slide" Target="slides/slide54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/Relationship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Business case, illustrative for an operator with 40 compressor stations and about 150 units, about 1,200 anomaly events and 36 unplanned unit outages a year: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Outages avoided: earlier detection and planned repairs cut unplanned outages by about a third. 12 fewer outages × about $180,000 each (emergency repair premium, overtime and lost interruptible revenue) is about $2.2M a year.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Capacity released: agents assemble diagnoses, work packages and permits, so effort per event falls from about 10 to 4 hours. 1,200 events × 6 hours × $115 is about $0.8M.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Firm service protected: fewer outages that force flow cuts. The value is operator-specific and often the largest lever where outages constrain firm transportation.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Safety and emissions: fewer emergency shutdowns and station blowdowns, and every change to equipment approved and recorded. Not quantified here; use the operator's own emissions factors.</a:t>
            </a:r>
          </a:p>
          <a:p>
            <a:pPr>
              <a:spcAft>
                <a:spcPts val="600"/>
              </a:spcAft>
            </a:pPr>
            <a:r>
              <a:rPr lang="en-US" dirty="0"/>
              <a:t>Roughly $3M a year before firm-service value and before platform, model and change costs, which should be estimated alongside the baseline.</a:t>
            </a:r>
          </a:p>
          <a:p>
            <a:pPr>
              <a:spcAft>
                <a:spcPts val="600"/>
              </a:spcAft>
            </a:pPr>
            <a:r>
              <a:rPr lang="en-US" dirty="0"/>
              <a:t>KPIs: the baselines are illustrative. The KPIs that speak directly to oversight and safety are setpoint requests executed exactly as approved and within their validity window (target 100%), stale-data events handled by the safe default (100%), agent alerts per controller hour within the alarm-management limit, and time to stop all agent-originated requests to OT in drills (under a minute).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54,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3  •  BUSINESS CASE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Expected business outcomes and KPIs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Illustrative for an operator with 40 compressor stations and about 150 units. Replace with the operator’s own baseline during discovery.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EXPECTED BUSINESS OUTCOMES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176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Outages avoided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Unplanned unit outages fall by about a third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139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$2.2M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outages × ~$180K each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Capacity released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Effort per anomaly falls from about 10 to 4 hours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9626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$0.8M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1,200 events × 6 hours × $115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Firm service protected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Fewer outages that force flow cuts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Operator-specific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often the largest lever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455371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4645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Safety &amp; emissions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Fewer shutdowns and blowdowns, and every change recorded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46085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quantified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risk and emissions reduction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5376672"/>
            <a:ext cx="5029200" cy="795528"/>
          </a:xfrm>
          <a:prstGeom prst="roundRect">
            <a:avLst>
              <a:gd name="adj" fmla="val 9195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376672"/>
            <a:ext cx="4617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~$3M a year released or avoided, before firm-service value and platform, model and change costs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180136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PERFORMANCE INDICATORS</a:t>
            </a:r>
            <a:endParaRPr lang="en-US" sz="10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084832"/>
          <a:ext cx="583387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371600"/>
                <a:gridCol w="1581912"/>
              </a:tblGrid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KPI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Baseline*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Target (12 months)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Unplanned unit outages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36 a year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24 or fewer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Alert to planned work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72 hours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 hours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Effort per event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 hours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 hours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Work orders right first time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95%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Executed as approved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Stale-data safe defaults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 alerts per controller hour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Within limit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Time to stop agent requests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Under 1 min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Governed AI traffic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*</a:t>
            </a: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Baselines and values are illustrative. Measure the operator’s baseline during discovery.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Expected business outcomes and KPIs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54: Expected business outcomes and KPIs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