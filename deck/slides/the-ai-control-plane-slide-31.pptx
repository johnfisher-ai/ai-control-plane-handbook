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6" r:id="rId32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2" Type="http://schemas.openxmlformats.org/officeDocument/2006/relationships/slide" Target="slides/slide3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Walk the six stages left to right. For each, point to the human step (amber), the agent and its autonomy tier (blue), and the governed path underneath: every agent reaches its system of record only through the control plane and a governed MCP tool or API.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Verbal win: the CRM event starts the Launch Orchestrator, which posts a launch plan to the engagement manager.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Accept client: the Entity Resolution agent matches the client to its MDM golden record and corporate hierarchy (read-only).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Risk clearance: the Conflicts &amp; Independence agent assembles findings and precedent. Risk &amp; Quality decides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Scope &amp; price: the letter is drafted from approved clauses. The budget comes from SAP rate cards and Snowflake actuals. The manager edits.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Staff team: a proposal from Workday skills and availability plus a yes/no independence-clearance flag. The manager confirms.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Approve &amp; set up: partner approval and client signature open the gate. Only then does the Setup agent write to SAP S/4HANA (Tier 3, policy-gated).</a:t>
            </a:r>
          </a:p>
          <a:p>
            <a:pPr>
              <a:spcAft>
                <a:spcPts val="600"/>
              </a:spcAft>
            </a:pPr>
            <a:r>
              <a:rPr lang="en-US" dirty="0"/>
              <a:t>The outcome to land: verbal win to ready-to-charge in about two days instead of two weeks (illustrative), with every independence decision made by a person, before work starts, with evidence attached.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31,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31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launch stage and the systems it touches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251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/ API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65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OF RECORD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0527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OUTCOME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64792" y="1325880"/>
            <a:ext cx="1697736" cy="566928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0195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sees launch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5623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90195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Launch Orchestrator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Supervisor • Tier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0451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0451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623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 MCP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0451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5623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7664" y="1325880"/>
            <a:ext cx="1697736" cy="566928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Accept client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99104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4824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human step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99104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544824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Resolution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read-only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47388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47388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499104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MDM MCP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47388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499104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master (MDM)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50536" y="1325880"/>
            <a:ext cx="1697736" cy="566928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clearance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41976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87696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decides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41976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187696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Conflicts &amp; Independence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assist only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90260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90260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141976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API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90260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41976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system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93408" y="1325880"/>
            <a:ext cx="1697736" cy="566928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Scope &amp; price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84848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30568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edits letter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84848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30568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Scoping &amp; Pricing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1–2 • drafts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33132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533132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6784848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Knowledge &amp; SAP MCP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33132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784848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DMS • SAP • Snowflake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36280" y="1325880"/>
            <a:ext cx="1697736" cy="566928"/>
          </a:xfrm>
          <a:prstGeom prst="chevron">
            <a:avLst/>
          </a:prstGeom>
          <a:solidFill>
            <a:srgbClr val="0C4A6E"/>
          </a:solidFill>
          <a:ln>
            <a:solidFill>
              <a:srgbClr val="0C4A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Staff team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27720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73440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Manager confirms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427720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473440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Staffing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176004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176004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427720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MCP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76004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8427720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HCM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9152" y="1325880"/>
            <a:ext cx="1697736" cy="566928"/>
          </a:xfrm>
          <a:prstGeom prst="chevron">
            <a:avLst/>
          </a:prstGeom>
          <a:solidFill>
            <a:srgbClr val="082F49"/>
          </a:solidFill>
          <a:ln>
            <a:solidFill>
              <a:srgbClr val="082F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Approve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 up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007059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1631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Partner approves • client signs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07059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1011631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Engagement Setup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gated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81887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81887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1007059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MCP (write)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81887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1007059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783080" y="3593592"/>
            <a:ext cx="985723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65960" y="3593592"/>
            <a:ext cx="9491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Enterprise AI control plane: registry • AI gateway (LLM, MCP, A2A) • policy • agent identity • evals • cost • observability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1783080" y="5605272"/>
            <a:ext cx="9857232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11680" y="5605272"/>
            <a:ext cx="9400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Verbal win to ready-to-charge in about 2 days instead of 2 weeks, with every independence decision made by a person, before work starts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Illustrative. Amber = human decision. Blue = agent and autonomy tier. Every call passes through the control plane.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Each launch stage and the systems it touches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31: Each launch stage and the systems it touches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