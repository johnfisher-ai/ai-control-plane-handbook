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1" r:id="rId27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7" Type="http://schemas.openxmlformats.org/officeDocument/2006/relationships/slide" Target="slides/slide2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Value comes first: this is a reference architecture adopted incrementally, and every phase delivers something the business can see. The research supports the approach: 56% of CEOs report no significant financial benefit from AI so far, yet strong AI foundations make meaningful returns three times more likely [79]. High performers build a repeatable capability instead of accumulating pilots [80], and successful deployments start in adjacent processes, prove clear value, then scale into core workflows, with top performers moving from pilot to full implementation in about 90 days [81]. Each phase is funded against the value the previous one proved.</a:t>
            </a:r>
          </a:p>
          <a:p>
            <a:pPr>
              <a:spcAft>
                <a:spcPts val="600"/>
              </a:spcAft>
            </a:pPr>
            <a:r>
              <a:rPr lang="en-US" dirty="0"/>
              <a:t>By Phase 4 the organization has an agile, model-agnostic control plane that can swap models without recoding applications, and each use case runs at its full run rate.</a:t>
            </a:r>
          </a:p>
          <a:p>
            <a:pPr>
              <a:spcAft>
                <a:spcPts val="600"/>
              </a:spcAft>
            </a:pPr>
            <a:r>
              <a:rPr lang="en-US" dirty="0"/>
              <a:t>Why this sequence: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1 is visibility plus a single policy point: Agent Scanners and Agent Registry for inventory, AI Gateway for LLM and MCP traffic, and a governance council and published autonomy tiers (the first 90 days of the CDO Magazine plan [29]). Start new policies in audit mode, then enforce, as Microsoft's Cloud Adoption Framework recommends [14]. Value: spend and risk visible by use case, unused agents retired, and the first use-case slice live in assist mode.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2 opens up the enterprise: expose the highest-value capabilities through MuleSoft APIs and MCP Bridge, then turn on model routing and token-based rate limits so cost per outcome becomes measurable [21]. Value: every new agent reuses governed capabilities, and routine work moves to lower-cost models.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3 hardens trust: Trusted Agent Identity with bounded delegation, enforced tiers with approvals bound to the actions they authorize, kill-switch and approver drills, evaluation in release pipelines and monthly red-teaming. Value: agents can act in systems of record under bound approvals, which is where most of each use case's business case sits.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4 federates: multi-agent orchestration across domains through Agent Broker and A2A, post-quantum migration for control-plane traffic ahead of the 2030–2031 federal deadlines, and discovery and registries federated across domains. Value: all goals met, with new use cases starting on shared controls.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Bain [20] supports doing federated discovery and cross-domain routing last, because they add complexity that is only justified once governance and orchestration are mature.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26,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GRAPHIC 6  •  EXECUTION PLAN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12- to 24-month plan with value in every phase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Visibility and one policy point first, federation last, and a slice of a real use case live at every milestone.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2889504" cy="502920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01  •  MONTHS 1–3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Inventory &amp; gateway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Scan and register every agent, API and MCP server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Route LLM and MCP traffic through AI Gateway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Baseline token spend and data flows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Stand up a governance council and autonomy tiers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13232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Spend and risk visible by use case, unused agents retired, first use-case slice live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3232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80%+ of known agents registered, new LLM traffic via the gateway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19272" y="1828800"/>
            <a:ext cx="2889504" cy="502920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02  •  MONTHS 4–8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64992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Unlock &amp; route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the top 10–20 capabilities as APIs and MCP tools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Enable intelligent model routing and token limits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Publish context-engineering standards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Report cost per resolved task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529584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39312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New agents reuse governed capabilities, and routine work moves to lower-cost models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29584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39312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Top capabilities reusable by any agent, cost per outcome reported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35624" y="1828800"/>
            <a:ext cx="2889504" cy="502920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03  •  MONTHS 9–14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81344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82512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Autonomy &amp; trust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Trusted Agent Identity with bounded delegation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Enforce tiers and bind approvals to actions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 in every release pipeline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Drill the kill switch and approvers, and red-team monthly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45936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55664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act in systems of record under bound approvals. Use-case KPI targets met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45936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55664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production agent has an identity, tier and eval baseline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51976" y="1828800"/>
            <a:ext cx="2889504" cy="502920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04  •  MONTHS 15–24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97696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198864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control plane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Multi-agent orchestration via Agent Broker and A2A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Post-quantum migration for control-plane traffic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 discovery and registries across domains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Swap models without app changes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162288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72016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goals met. Use cases at full run rate, and new ones start on shared controls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162288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72016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discovery live, PQC plan on track for 2030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20, 21, 29, 79, 81.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 12- to 24-month plan with value in every phase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26: A 12- to 24-month plan with value in every phase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