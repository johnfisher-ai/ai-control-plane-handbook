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80" r:id="rId26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6" Type="http://schemas.openxmlformats.org/officeDocument/2006/relationships/slide" Target="slides/slide25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Most enterprises already run more than one agent control plane, so "why another one?" is a fair question. Microsoft describes Agent 365 as "the control-plane for AI agents", with Microsoft Entra Agent ID for agent identities [12]. AWS offers Amazon Bedrock AgentCore (Runtime, Memory, Gateway for MCP servers, Identity and OpenTelemetry-compatible Observability) [62]. Google's Gemini Enterprise Agent Platform includes Agent Registry, Agent Gateway and Agent Identity [47]. Agentforce runs agents in Salesforce data and processes.</a:t>
            </a:r>
          </a:p>
          <a:p>
            <a:pPr>
              <a:spcAft>
                <a:spcPts val="600"/>
              </a:spcAft>
            </a:pPr>
            <a:r>
              <a:rPr lang="en-US" dirty="0"/>
              <a:t>Each governs its own estate well. The answer is a division of labor, agreed up front: which system is authoritative for inventory, identity, policy and telemetry. A workable default keeps each native plane authoritative for identity and runtime inside its estate. MuleSoft Agent Fabric is then authoritative for the cross-estate inventory, policy on every call into enterprise capabilities and data, orchestration across vendors, and cost and audit [21]. Microsoft's own Cloud Adoption Framework takes the same approach inside its estate: it names Agent 365, or Entra Agent ID where Agent 365 is not in use at scale, as the authoritative inventory and asks for consistent policy across every agent platform [14].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25,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25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MULESOFT AGENT FABRIC  •  COEXISTENCE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Coexisting with the hyperscalers’ agent control planes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Most enterprises will run more than one agent control plane. Decide which is authoritative for what, and where a vendor-neutral plane adds what no single estate can.</a:t>
            </a:r>
            <a:endParaRPr lang="en-US" sz="13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971800"/>
                <a:gridCol w="3017520"/>
                <a:gridCol w="33192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Estate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Native agent control plane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Usually authoritative for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MuleSoft Agent Fabric’s role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Microsoft 365 and Azure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Agent 365 and Microsoft Entra Agent ID</a:t>
                      </a:r>
                      <a:pPr indent="0" marL="0">
                        <a:buNone/>
                      </a:pPr>
                      <a:r>
                        <a:rPr lang="en-US" sz="1000" baseline="30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Identities and inventory of Microsoft agents, and access to Microsoft 365 data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Registers Copilot Studio and Foundry agents, with common policy on their calls into enterprise systems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AWS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Amazon Bedrock AgentCore</a:t>
                      </a:r>
                      <a:pPr indent="0" marL="0">
                        <a:buNone/>
                      </a:pPr>
                      <a:r>
                        <a:rPr lang="en-US" sz="1000" baseline="30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62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Runtime, memory and identity for agents built on AWS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Registers Bedrock and AgentCore agents and governs their access to enterprise APIs and MCP tools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Google Cloud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Gemini Enterprise Agent Platform: Agent Registry, Agent Gateway, Agent Identity</a:t>
                      </a:r>
                      <a:pPr indent="0" marL="0">
                        <a:buNone/>
                      </a:pPr>
                      <a:r>
                        <a:rPr lang="en-US" sz="1000" baseline="30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Agents built on Google Cloud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Registers them under the policy every other estate uses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Salesforce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Agentforce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Agents working in Salesforce data and processes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Registers and governs Agentforce agents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Across estates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 single native plane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Cross-vendor inventory, policy on calls into enterprise capabilities and data, orchestration, cost and audit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The vendor-neutral control plane</a:t>
                      </a:r>
                      <a:pPr indent="0" marL="0">
                        <a:buNone/>
                      </a:pPr>
                      <a:r>
                        <a:rPr lang="en-US" sz="1000" baseline="30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03520"/>
            <a:ext cx="11091672" cy="877824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5358384"/>
            <a:ext cx="10607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workable default:  </a:t>
            </a:r>
            <a:r>
              <a:rPr lang="en-US" sz="11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each native plane stays authoritative for identity and runtime in its own estate. Agent Fabric is authoritative for the cross-estate inventory, policy on every call into enterprise capabilities and data, cross-vendor orchestration, and cost and audit. Federate identities and send all telemetry to one trace.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12, 14, 21, 47, 62.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Coexisting with the hyperscalers’ agent control planes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25: Coexisting with the hyperscalers’ agent control planes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