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63" r:id="rId9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8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Recertification and retirement are the stages most programs skip. The registry and the kill switch are already in the design. This slide makes the whole lifecycle explicit, with the control-plane capability that enforces each stage.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1"/>
            </a:pPr>
            <a:r>
              <a:rPr lang="en-US" dirty="0"/>
              <a:t>Propose: a business owner names the use case, the expected value and the autonomy tier requested. Intake happens in the agent registry.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2"/>
            </a:pPr>
            <a:r>
              <a:rPr lang="en-US" dirty="0"/>
              <a:t>Register and onboard: the agent gets an owner and a sponsor, a risk tier, a system card and its own identity.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3"/>
            </a:pPr>
            <a:r>
              <a:rPr lang="en-US" dirty="0"/>
              <a:t>Evaluate: it is tested against its success criteria and a red-team suite before it acts.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4"/>
            </a:pPr>
            <a:r>
              <a:rPr lang="en-US" dirty="0"/>
              <a:t>Promote: it moves up a tier only on evidence (see the tier slides).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5"/>
            </a:pPr>
            <a:r>
              <a:rPr lang="en-US" dirty="0"/>
              <a:t>Operate and monitor: its traffic, cost and behavior are observed and limited by the gateway and observability.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6"/>
            </a:pPr>
            <a:r>
              <a:rPr lang="en-US" dirty="0"/>
              <a:t>Recertify: on a schedule, its sponsor confirms it is still needed, in the right tier and with the right permissions.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7"/>
            </a:pPr>
            <a:r>
              <a:rPr lang="en-US" dirty="0"/>
              <a:t>Retire: credentials revoked, tools unbound, records kept.</a:t>
            </a:r>
          </a:p>
          <a:p>
            <a:pPr>
              <a:spcAft>
                <a:spcPts val="600"/>
              </a:spcAft>
            </a:pPr>
            <a:r>
              <a:rPr lang="en-US" dirty="0"/>
              <a:t>Research: Deloitte's Tech Trends 2026 recommends managing agents much like a workforce, with onboarding, digital identities, immutable logs of every action, human supervisors at key decision points and, eventually, retirement planning [13]. Microsoft's Cloud Adoption Framework calls for a centralized agent governance layer that enforces consistent identity, ownership, access control and continuous monitoring for all agents [14]. Microsoft Entra Agent ID moves sponsorship automatically when a sponsor changes roles or leaves, to prevent orphaned agents [12].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8,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DEFINITION  •  AGENT LIFECYCLE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Manage every agent through a lifecycle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need the discipline applied to people and systems: onboarding, identity, supervision, review and, eventually, retirement. The control plane enforces each stage.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21208" y="1847088"/>
            <a:ext cx="1561011" cy="438912"/>
          </a:xfrm>
          <a:prstGeom prst="chevron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1506147" cy="2487168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76656" y="2560320"/>
            <a:ext cx="12684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Propose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3090672"/>
            <a:ext cx="12684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business owner names the use case, the value expected and the tier requested.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4206240"/>
            <a:ext cx="1323267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4224528"/>
            <a:ext cx="12135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Registry intake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118795" y="1847088"/>
            <a:ext cx="1561011" cy="438912"/>
          </a:xfrm>
          <a:prstGeom prst="chevron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46227" y="2423160"/>
            <a:ext cx="1506147" cy="2487168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274243" y="2560320"/>
            <a:ext cx="12684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Register &amp; onboard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274243" y="3090672"/>
            <a:ext cx="12684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 and sponsor, risk tier, system card and its own identity.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37667" y="4206240"/>
            <a:ext cx="1323267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92531" y="4224528"/>
            <a:ext cx="12135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Registry and identity service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716383" y="1847088"/>
            <a:ext cx="1561011" cy="438912"/>
          </a:xfrm>
          <a:prstGeom prst="chevron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43815" y="2423160"/>
            <a:ext cx="1506147" cy="2487168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871831" y="2560320"/>
            <a:ext cx="12684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Evaluate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871831" y="3090672"/>
            <a:ext cx="12684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Tested against success criteria and a red-team suite before it acts.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35255" y="4206240"/>
            <a:ext cx="1323267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90119" y="4224528"/>
            <a:ext cx="12135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Evaluation service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313970" y="1847088"/>
            <a:ext cx="1561011" cy="438912"/>
          </a:xfrm>
          <a:prstGeom prst="chevron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341402" y="2423160"/>
            <a:ext cx="1506147" cy="2487168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469418" y="2560320"/>
            <a:ext cx="12684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Promote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469418" y="3090672"/>
            <a:ext cx="12684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Moves up a tier only on evidence.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32842" y="4206240"/>
            <a:ext cx="1323267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7706" y="4224528"/>
            <a:ext cx="12135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Registry tier and gateway policy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11558" y="1847088"/>
            <a:ext cx="1561011" cy="438912"/>
          </a:xfrm>
          <a:prstGeom prst="chevron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938990" y="2423160"/>
            <a:ext cx="1506147" cy="2487168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067006" y="2560320"/>
            <a:ext cx="12684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Operate &amp; monitor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067006" y="3090672"/>
            <a:ext cx="12684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Traffic, cost and behavior observed and limited.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030430" y="4206240"/>
            <a:ext cx="1323267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085294" y="4224528"/>
            <a:ext cx="12135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Gateway, observability, cost controls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509145" y="1847088"/>
            <a:ext cx="1561011" cy="438912"/>
          </a:xfrm>
          <a:prstGeom prst="chevron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36577" y="2423160"/>
            <a:ext cx="1506147" cy="2487168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8664593" y="2560320"/>
            <a:ext cx="12684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Recertify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8664593" y="3090672"/>
            <a:ext cx="12684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 a schedule, the sponsor confirms it is still needed, in the right tier, with the right permissions.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628017" y="4206240"/>
            <a:ext cx="1323267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82881" y="4224528"/>
            <a:ext cx="12135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Registry review workflow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0106733" y="1847088"/>
            <a:ext cx="1561011" cy="438912"/>
          </a:xfrm>
          <a:prstGeom prst="chevron">
            <a:avLst/>
          </a:prstGeom>
          <a:solidFill>
            <a:srgbClr val="075985"/>
          </a:solidFill>
          <a:ln>
            <a:solidFill>
              <a:srgbClr val="07598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07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0134165" y="2423160"/>
            <a:ext cx="1506147" cy="2487168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262181" y="2560320"/>
            <a:ext cx="12684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Retire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10262181" y="3090672"/>
            <a:ext cx="12684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Credentials revoked, tools unbound, records kept.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225605" y="4206240"/>
            <a:ext cx="1323267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280469" y="4224528"/>
            <a:ext cx="12135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Identity revocation and audit logs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48640" y="5102352"/>
            <a:ext cx="11091672" cy="1078992"/>
          </a:xfrm>
          <a:prstGeom prst="roundRect">
            <a:avLst>
              <a:gd name="adj" fmla="val 678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2960" y="51937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without an owner are the ones that linger.  </a:t>
            </a:r>
            <a:r>
              <a:rPr lang="en-US" sz="11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Assign a sponsor at registration and move sponsorship when people change roles. Microsoft Entra Agent ID does this automatically to prevent orphaned agents.</a:t>
            </a:r>
            <a:r>
              <a:rPr lang="en-US" sz="1150" baseline="300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22960" y="56692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Research signal:  </a:t>
            </a: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manage agents much like a workforce, with onboarding, digital identity, immutable logs, human supervisors and retirement planning.</a:t>
            </a:r>
            <a:r>
              <a:rPr lang="en-US" sz="1050" baseline="300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</a:t>
            </a: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Put identity, ownership, access and monitoring under one governance layer.</a:t>
            </a:r>
            <a:r>
              <a:rPr lang="en-US" sz="1050" baseline="300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12–14.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Manage every agent through a lifecycle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8: Manage every agent through a lifecycle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