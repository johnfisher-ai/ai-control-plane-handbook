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93" r:id="rId39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39" Type="http://schemas.openxmlformats.org/officeDocument/2006/relationships/slide" Target="slides/slide38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deck/notices.html#permission" TargetMode="External"/></Relationship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Wrap up with what this use case proves: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1"/>
            </a:pPr>
            <a:r>
              <a:rPr lang="en-US" dirty="0"/>
              <a:t>People keep the accountable decisions. Independence decisions, engagement terms and partner approval stay human. Agents do the assembly, checking, drafting and system updates.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2"/>
            </a:pPr>
            <a:r>
              <a:rPr lang="en-US" dirty="0"/>
              <a:t>Gates are deterministic. Model reasoning is used inside steps (resolving, summarizing, drafting, matching), never to skip a gate: no letter before independence is cleared, no SAP write before partner approval and client signature.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3"/>
            </a:pPr>
            <a:r>
              <a:rPr lang="en-US" dirty="0"/>
              <a:t>Master data sits on the critical path. A missed subsidiary is a missed conflict, so golden records, semantics and lineage are what make independence findings defensible to inspectors.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4"/>
            </a:pPr>
            <a:r>
              <a:rPr lang="en-US" dirty="0"/>
              <a:t>One control plane governs every call. Every A2A, MCP and model call is identified, authorized, observed and metered, whichever platform built the agent.</a:t>
            </a:r>
          </a:p>
          <a:p>
            <a:pPr>
              <a:spcAft>
                <a:spcPts val="600"/>
              </a:spcAft>
            </a:pPr>
            <a:r>
              <a:rPr lang="en-US" dirty="0"/>
              <a:t>Proposed next step: a 90-day pilot. Scope one service line in one region and baseline today's cycle time and effort. Start read-only with the entity-resolution and independence agents at Tier 1–2. Route every model and tool call through Agent Fabric from day one. Add gated SAP S/4HANA writes only once the gates and evaluations prove out.</a:t>
            </a:r>
          </a:p>
          <a:p>
            <a:pPr>
              <a:spcAft>
                <a:spcPts val="600"/>
              </a:spcAft>
            </a:pPr>
            <a:r>
              <a:rPr lang="en-US" dirty="0"/>
              <a:t>Before committing dates, confirm MuleSoft connector coverage for the firm's systems.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38,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 You may adapt this slide, with credit, under the additional permission in the deck’s notices: </a:t>
            </a:r>
            <a:r>
              <a:rPr lang="en-US" dirty="0">
                <a:hlinkClick r:id="rId5"/>
              </a:rPr>
              <a:t>https://johnfisher-ai.github.io/ai-control-plane-handbook/deck/notices.html#permission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38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CASE 1  •  WRAP-UP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What the engagement-launch use case proves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control plane turns a compliance-heavy, multi-system process into a governed flow that can finish the same day.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911096"/>
            <a:ext cx="457200" cy="457200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7452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People keep the accountable decisions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221992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Independence, engagement terms and partner approval stay human. Agents assemble, check, draft and update.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990088"/>
            <a:ext cx="457200" cy="457200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95351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Gates run on fixed, deterministic rules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300984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letter waits for independence clearance. SAP writes need partner approval and client signature.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4069080"/>
            <a:ext cx="457200" cy="457200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403250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Master data sits on the critical path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4379976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Independence checks are only as good as the client hierarchy. MDM, semantics and lineage make findings defensible.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5148072"/>
            <a:ext cx="457200" cy="457200"/>
          </a:xfrm>
          <a:prstGeom prst="ellipse">
            <a:avLst/>
          </a:prstGeom>
          <a:solidFill>
            <a:srgbClr val="0284C7"/>
          </a:solidFill>
          <a:ln w="6350">
            <a:solidFill>
              <a:srgbClr val="0284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5111496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control plane governs every call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5458968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Every A2A, MCP and model call is identified, authorized, observed and metered, whichever platform built the agent.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223760" y="1828800"/>
            <a:ext cx="4416552" cy="4370832"/>
          </a:xfrm>
          <a:prstGeom prst="roundRect">
            <a:avLst>
              <a:gd name="adj" fmla="val 167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98080" y="201168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START WITH A 90-DAY PILOT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7498080" y="239572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0" y="241401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Pick the scope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046720" y="2688336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service line in one region. Measure today’s cycle time and effort.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32461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0" y="3264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Start read-only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046720" y="3538728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Entity resolution and independence agents at Tier 1–2 on the client hierarchy.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498080" y="409651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41148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Govern the traffic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046720" y="438912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Route every model and tool call through Agent Fabric from day one.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498080" y="4946904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04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046720" y="49651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Then automate setup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046720" y="5239512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Add gated SAP S/4HANA writes once gates and evaluations prove out.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7498080" y="57881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Confirm MuleSoft connector coverage during planning.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What the engagement-launch use case proves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38: What the engagement-launch use case proves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