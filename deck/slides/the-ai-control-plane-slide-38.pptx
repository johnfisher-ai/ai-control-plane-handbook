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93" r:id="rId39"/>
  </p:sldIdLst>
  <p:notesMasterIdLst>
    <p:notesMasterId r:id="rId68"/>
  </p:notesMasterIdLst>
  <p:sldSz cx="12192000" cy="6858000"/>
  <p:notesSz cx="6858000" cy="12192000"/>
  <p:embeddedFontLst>
    <p:embeddedFont>
      <p:font typeface="Plus Jakarta Sans"/>
      <p:regular r:id="rId73"/>
      <p:bold r:id="rId74"/>
      <p:italic r:id="rId7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39" Type="http://schemas.openxmlformats.org/officeDocument/2006/relationships/slide" Target="slides/slide38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Relationship Id="rId73" Type="http://schemas.openxmlformats.org/officeDocument/2006/relationships/font" Target="fonts/e1a8fda2-a427-4cdb-9ef2-8a6782d58009.fntdata"/><Relationship Id="rId74" Type="http://schemas.openxmlformats.org/officeDocument/2006/relationships/font" Target="fonts/9542d0bb-6ad7-45dd-89ef-a406bd0490d1.fntdata"/><Relationship Id="rId75" Type="http://schemas.openxmlformats.org/officeDocument/2006/relationships/font" Target="fonts/f16f000a-8ac0-4436-b98c-e748fe425de0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Relationship Id="rId3" Type="http://schemas.openxmlformats.org/officeDocument/2006/relationships/hyperlink" Target="https://creativecommons.org/licenses/by-nc-nd/4.0/" TargetMode="External"/><Relationship Id="rId4" Type="http://schemas.openxmlformats.org/officeDocument/2006/relationships/hyperlink" Target="https://johnfisher-ai.github.io/ai-control-plane-handbook/deck/" TargetMode="External"/></Relationship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62000"/>
            <a:ext cx="5943600" cy="3343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57200" y="4419600"/>
            <a:ext cx="5943600" cy="67056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Wrap up with what this use case proves:</a:t>
            </a:r>
          </a:p>
          <a:p>
            <a:pPr marL="228600" indent="-228600">
              <a:spcAft>
                <a:spcPts val="300"/>
              </a:spcAft>
              <a:buFont typeface="+mj-lt"/>
              <a:buAutoNum type="arabicPeriod" startAt="1"/>
            </a:pPr>
            <a:r>
              <a:rPr lang="en-US" dirty="0"/>
              <a:t>People keep the accountable decisions. Independence decisions, engagement terms and partner approval stay human. Agents do the assembly, checking, drafting and system updates.</a:t>
            </a:r>
          </a:p>
          <a:p>
            <a:pPr marL="228600" indent="-228600">
              <a:spcAft>
                <a:spcPts val="300"/>
              </a:spcAft>
              <a:buFont typeface="+mj-lt"/>
              <a:buAutoNum type="arabicPeriod" startAt="2"/>
            </a:pPr>
            <a:r>
              <a:rPr lang="en-US" dirty="0"/>
              <a:t>Gates are deterministic. Model reasoning is used inside steps (resolving, summarizing, drafting, matching), never to skip a gate: no letter before independence is cleared, no SAP write before partner approval and client signature.</a:t>
            </a:r>
          </a:p>
          <a:p>
            <a:pPr marL="228600" indent="-228600">
              <a:spcAft>
                <a:spcPts val="300"/>
              </a:spcAft>
              <a:buFont typeface="+mj-lt"/>
              <a:buAutoNum type="arabicPeriod" startAt="3"/>
            </a:pPr>
            <a:r>
              <a:rPr lang="en-US" dirty="0"/>
              <a:t>Master data sits on the critical path. A missed subsidiary is a missed conflict, so golden records, semantics and lineage are what make independence findings defensible to inspectors.</a:t>
            </a:r>
          </a:p>
          <a:p>
            <a:pPr marL="228600" indent="-228600">
              <a:spcAft>
                <a:spcPts val="300"/>
              </a:spcAft>
              <a:buFont typeface="+mj-lt"/>
              <a:buAutoNum type="arabicPeriod" startAt="4"/>
            </a:pPr>
            <a:r>
              <a:rPr lang="en-US" dirty="0"/>
              <a:t>One control plane governs every call. Every A2A, MCP and model call is identified, authorized, observed and metered, whichever platform built the agent.</a:t>
            </a:r>
          </a:p>
          <a:p>
            <a:pPr>
              <a:spcAft>
                <a:spcPts val="600"/>
              </a:spcAft>
            </a:pPr>
            <a:r>
              <a:rPr lang="en-US" dirty="0"/>
              <a:t>Proposed next step: a 90-day pilot. Scope one service line in one region and baseline today's cycle time and effort. Start read-only with the entity-resolution and independence agents at Tier 1–2. Route every model and tool call through Agent Fabric from day one. Add gated SAP S/4HANA writes only once the gates and evaluations prove out.</a:t>
            </a:r>
          </a:p>
          <a:p>
            <a:pPr>
              <a:spcAft>
                <a:spcPts val="600"/>
              </a:spcAft>
            </a:pPr>
            <a:r>
              <a:rPr lang="en-US" dirty="0"/>
              <a:t>Before committing dates, confirm MuleSoft connector coverage for the firm's systems.</a:t>
            </a:r>
          </a:p>
          <a:p>
            <a:pPr>
              <a:spcAft>
                <a:spcPts val="600"/>
              </a:spcAft>
            </a:pPr>
            <a:r>
              <a:rPr lang="en-US" dirty="0"/>
              <a:t>Credit: John Fisher, The AI Control Plane: Executive Briefing (2026), slide 38, licensed under CC BY-NC-ND 4.0: </a:t>
            </a:r>
            <a:r>
              <a:rPr lang="en-US" dirty="0">
                <a:hlinkClick r:id="rId3"/>
              </a:rPr>
              <a:t>https://creativecommons.org/licenses/by-nc-nd/4.0/</a:t>
            </a:r>
            <a:r>
              <a:rPr lang="en-US" dirty="0"/>
              <a:t>. The full deck, with its speaker notes and notices: </a:t>
            </a:r>
            <a:r>
              <a:rPr lang="en-US" dirty="0">
                <a:hlinkClick r:id="rId4"/>
              </a:rPr>
              <a:t>https://johnfisher-ai.github.io/ai-control-plane-handbook/deck/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6200" y="11430000"/>
            <a:ext cx="2514600" cy="457200"/>
          </a:xfrm>
        </p:spPr>
        <p:txBody>
          <a:bodyPr/>
          <a:lstStyle/>
          <a:p>
            <a:r>
              <a:rPr lang="en-US"/>
              <a:t>38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84C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CASE 1  •  WRAP-UP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the engagement-launch use case proves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control plane turns a compliance-heavy, multi-system process into a governed flow that can finish the same day.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911096"/>
            <a:ext cx="457200" cy="457200"/>
          </a:xfrm>
          <a:prstGeom prst="ellipse">
            <a:avLst/>
          </a:prstGeom>
          <a:solidFill>
            <a:srgbClr val="0284C7"/>
          </a:solidFill>
          <a:ln w="6350">
            <a:solidFill>
              <a:srgbClr val="028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87452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People keep the accountable decisions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22199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Independence, engagement terms and partner approval stay human. Agents assemble, check, draft and update.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990088"/>
            <a:ext cx="457200" cy="457200"/>
          </a:xfrm>
          <a:prstGeom prst="ellipse">
            <a:avLst/>
          </a:prstGeom>
          <a:solidFill>
            <a:srgbClr val="0284C7"/>
          </a:solidFill>
          <a:ln w="6350">
            <a:solidFill>
              <a:srgbClr val="028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95351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Gates run on fixed, deterministic rules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300984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letter waits for independence clearance. SAP writes need partner approval and client signature.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0284C7"/>
          </a:solidFill>
          <a:ln w="6350">
            <a:solidFill>
              <a:srgbClr val="028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403250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Master data sits on the critical path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4379976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Independence checks are only as good as the client hierarchy. MDM, semantics and lineage make findings defensible.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5148072"/>
            <a:ext cx="457200" cy="457200"/>
          </a:xfrm>
          <a:prstGeom prst="ellipse">
            <a:avLst/>
          </a:prstGeom>
          <a:solidFill>
            <a:srgbClr val="0284C7"/>
          </a:solidFill>
          <a:ln w="6350">
            <a:solidFill>
              <a:srgbClr val="028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511149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control plane governs every call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5458968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A2A, MCP and model call is identified, authorized, observed and metered, whichever platform built the agent.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223760" y="1828800"/>
            <a:ext cx="4416552" cy="4370832"/>
          </a:xfrm>
          <a:prstGeom prst="roundRect">
            <a:avLst>
              <a:gd name="adj" fmla="val 1674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0" y="20116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NEXT STEP: A 90-DAY PILOT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23957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241401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Pick the scope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2688336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service line in one region. Measure today’s cycle time and effort.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3246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32644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Start read-only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3538728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Entity resolution and independence agents at Tier 1–2 on the client hierarchy.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40965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41148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Govern the traffic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438912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Route every model and tool call through Agent Fabric from day one.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49469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046720" y="49651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Then automate setup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046720" y="5239512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Add gated SAP S/4HANA writes once gates and evaluations prove out.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498080" y="57881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Confirm MuleSoft connector coverage during planning.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What the engagement-launch use case proves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 Control Plane, slide 38: What the engagement-launch use case proves</dc:title>
  <dc:subject>One slide from The AI Control Plane: Executive Briefing, by John Fisher (2026), CC BY-NC-ND 4.0</dc:subject>
  <dc:creator>John Fisher</dc:creator>
  <cp:lastModifiedBy>John Fisher</cp:lastModifiedBy>
  <cp:revision>1</cp:revision>
  <dcterms:created xsi:type="dcterms:W3CDTF">2026-10-14T20:43:52Z</dcterms:created>
  <dcterms:modified xsi:type="dcterms:W3CDTF">2026-10-14T20:43:52Z</dcterms:modified>
</cp:coreProperties>
</file>